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ngGraph RAG" id="{fd727b4f-7785-ee1e-7747-67eceb306e2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LangGraph RAG Assistant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A retrieve → generate workflow built with LangGraph, Groq, sentence embeddings and FastAPI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Class project  |  Python, GenAI, RAG</a:t>
            </a:r>
            <a:endParaRPr lang="en-US" sz="1400" dirty="0"/>
          </a:p>
        </p:txBody>
      </p:sp>
      <p:sp>
        <p:nvSpPr>
          <p:cNvPr id="5" name="Motif Q"/>
          <p:cNvSpPr/>
          <p:nvPr/>
        </p:nvSpPr>
        <p:spPr>
          <a:xfrm>
            <a:off x="722376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7" name="Motif R"/>
          <p:cNvSpPr/>
          <p:nvPr/>
        </p:nvSpPr>
        <p:spPr>
          <a:xfrm>
            <a:off x="7818120" y="4160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</a:t>
            </a:r>
            <a:endParaRPr lang="en-US" sz="1600" dirty="0"/>
          </a:p>
        </p:txBody>
      </p:sp>
      <p:sp>
        <p:nvSpPr>
          <p:cNvPr id="9" name="Motif G"/>
          <p:cNvSpPr/>
          <p:nvPr/>
        </p:nvSpPr>
        <p:spPr>
          <a:xfrm>
            <a:off x="8412480" y="4160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we built it</a:t>
            </a:r>
            <a:endParaRPr lang="en-US" sz="3600" dirty="0"/>
          </a:p>
        </p:txBody>
      </p:sp>
      <p:sp>
        <p:nvSpPr>
          <p:cNvPr id="3" name="Card Problem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Problem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Language models can invent facts when they answer from memory alone.</a:t>
            </a:r>
            <a:endParaRPr lang="en-US" sz="1500" dirty="0"/>
          </a:p>
        </p:txBody>
      </p:sp>
      <p:sp>
        <p:nvSpPr>
          <p:cNvPr id="8" name="Card Idea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Idea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97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Retrieve matching facts first, then let the model answer only from them.</a:t>
            </a:r>
            <a:endParaRPr lang="en-US" sz="1500" dirty="0"/>
          </a:p>
        </p:txBody>
      </p:sp>
      <p:sp>
        <p:nvSpPr>
          <p:cNvPr id="13" name="Card Result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Result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97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small web app that answers questions and shows the facts it used.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question, step by step</a:t>
            </a:r>
            <a:endParaRPr lang="en-US" sz="3600" dirty="0"/>
          </a:p>
        </p:txBody>
      </p:sp>
      <p:sp>
        <p:nvSpPr>
          <p:cNvPr id="3" name="Step Question"/>
          <p:cNvSpPr/>
          <p:nvPr/>
        </p:nvSpPr>
        <p:spPr>
          <a:xfrm>
            <a:off x="548640" y="16459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737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input</a:t>
            </a:r>
            <a:endParaRPr lang="en-US" sz="2000" dirty="0"/>
          </a:p>
        </p:txBody>
      </p:sp>
      <p:sp>
        <p:nvSpPr>
          <p:cNvPr id="5" name="Arrow 1"/>
          <p:cNvSpPr/>
          <p:nvPr/>
        </p:nvSpPr>
        <p:spPr>
          <a:xfrm>
            <a:off x="2331720" y="2240280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Step retrieve"/>
          <p:cNvSpPr/>
          <p:nvPr/>
        </p:nvSpPr>
        <p:spPr>
          <a:xfrm>
            <a:off x="2651760" y="16459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645920"/>
            <a:ext cx="1737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retrieve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Find top 2 facts</a:t>
            </a:r>
            <a:endParaRPr lang="en-US" sz="2000" dirty="0"/>
          </a:p>
        </p:txBody>
      </p:sp>
      <p:sp>
        <p:nvSpPr>
          <p:cNvPr id="8" name="Arrow 2"/>
          <p:cNvSpPr/>
          <p:nvPr/>
        </p:nvSpPr>
        <p:spPr>
          <a:xfrm>
            <a:off x="4434840" y="2240280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tep generate"/>
          <p:cNvSpPr/>
          <p:nvPr/>
        </p:nvSpPr>
        <p:spPr>
          <a:xfrm>
            <a:off x="4754880" y="16459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645920"/>
            <a:ext cx="1737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generate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Groq writes answer</a:t>
            </a:r>
            <a:endParaRPr lang="en-US" sz="2000" dirty="0"/>
          </a:p>
        </p:txBody>
      </p:sp>
      <p:sp>
        <p:nvSpPr>
          <p:cNvPr id="11" name="Arrow 3"/>
          <p:cNvSpPr/>
          <p:nvPr/>
        </p:nvSpPr>
        <p:spPr>
          <a:xfrm>
            <a:off x="6537960" y="2240280"/>
            <a:ext cx="2743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tep Answer"/>
          <p:cNvSpPr/>
          <p:nvPr/>
        </p:nvSpPr>
        <p:spPr>
          <a:xfrm>
            <a:off x="6858000" y="1645920"/>
            <a:ext cx="173736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645920"/>
            <a:ext cx="1737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Answer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Shown with sources</a:t>
            </a:r>
            <a:endParaRPr lang="en-US" sz="2000" dirty="0"/>
          </a:p>
        </p:txBody>
      </p:sp>
      <p:sp>
        <p:nvSpPr>
          <p:cNvPr id="14" name="State card"/>
          <p:cNvSpPr/>
          <p:nvPr/>
        </p:nvSpPr>
        <p:spPr>
          <a:xfrm>
            <a:off x="548640" y="3200400"/>
            <a:ext cx="8046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004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 state: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question → context → answer. Each node reads the state and returns only the part it updates.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ch LangGraph"/>
          <p:cNvSpPr/>
          <p:nvPr/>
        </p:nvSpPr>
        <p:spPr>
          <a:xfrm>
            <a:off x="5486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LangGraph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Workflow with state, nodes, edges</a:t>
            </a:r>
            <a:endParaRPr lang="en-US" sz="1800" dirty="0"/>
          </a:p>
        </p:txBody>
      </p:sp>
      <p:sp>
        <p:nvSpPr>
          <p:cNvPr id="5" name="Tech Groq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Groq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openai/gpt-oss-120b chat model</a:t>
            </a:r>
            <a:endParaRPr lang="en-US" sz="1800" dirty="0"/>
          </a:p>
        </p:txBody>
      </p:sp>
      <p:sp>
        <p:nvSpPr>
          <p:cNvPr id="7" name="Tech all-MiniLM-L6-v2"/>
          <p:cNvSpPr/>
          <p:nvPr/>
        </p:nvSpPr>
        <p:spPr>
          <a:xfrm>
            <a:off x="60350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all-MiniLM-L6-v2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Sentence embeddings on CPU</a:t>
            </a:r>
            <a:endParaRPr lang="en-US" sz="1800" dirty="0"/>
          </a:p>
        </p:txBody>
      </p:sp>
      <p:sp>
        <p:nvSpPr>
          <p:cNvPr id="9" name="Tech InMemoryVectorStore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InMemoryVectorStore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 search over facts</a:t>
            </a:r>
            <a:endParaRPr lang="en-US" sz="1800" dirty="0"/>
          </a:p>
        </p:txBody>
      </p:sp>
      <p:sp>
        <p:nvSpPr>
          <p:cNvPr id="11" name="Tech FastAPI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FastAPI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/api/ask and /api/health</a:t>
            </a:r>
            <a:endParaRPr lang="en-US" sz="1800" dirty="0"/>
          </a:p>
        </p:txBody>
      </p:sp>
      <p:sp>
        <p:nvSpPr>
          <p:cNvPr id="13" name="Tech HTML, CSS, JS"/>
          <p:cNvSpPr/>
          <p:nvPr/>
        </p:nvSpPr>
        <p:spPr>
          <a:xfrm>
            <a:off x="6035040" y="29260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HTML, CSS, JS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Single-page chat frontend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State, nodes and edges in code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371600"/>
            <a:ext cx="484632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StateGraph(State)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builder.add_node("retrieve", retrieve)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builder.add_node("generate", generate)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"retrieve")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builder.add_edge("retrieve", "generate")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builder.add_edge("generate", 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1200" dirty="0"/>
          </a:p>
        </p:txBody>
      </p:sp>
      <p:sp>
        <p:nvSpPr>
          <p:cNvPr id="5" name="Term badge 1"/>
          <p:cNvSpPr/>
          <p:nvPr/>
        </p:nvSpPr>
        <p:spPr>
          <a:xfrm>
            <a:off x="56692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Typed dict: question, context, answer</a:t>
            </a:r>
            <a:endParaRPr lang="en-US" sz="1800" dirty="0"/>
          </a:p>
        </p:txBody>
      </p:sp>
      <p:sp>
        <p:nvSpPr>
          <p:cNvPr id="8" name="Term badge 2"/>
          <p:cNvSpPr/>
          <p:nvPr/>
        </p:nvSpPr>
        <p:spPr>
          <a:xfrm>
            <a:off x="5669280" y="2514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23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Node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function, returns a state update</a:t>
            </a:r>
            <a:endParaRPr lang="en-US" sz="1800" dirty="0"/>
          </a:p>
        </p:txBody>
      </p:sp>
      <p:sp>
        <p:nvSpPr>
          <p:cNvPr id="11" name="Term badge 3"/>
          <p:cNvSpPr/>
          <p:nvPr/>
        </p:nvSpPr>
        <p:spPr>
          <a:xfrm>
            <a:off x="5669280" y="3566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474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Decides which node runs next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structure and API</a:t>
            </a:r>
            <a:endParaRPr lang="en-US" sz="3600" dirty="0"/>
          </a:p>
        </p:txBody>
      </p:sp>
      <p:sp>
        <p:nvSpPr>
          <p:cNvPr id="3" name="Tree panel"/>
          <p:cNvSpPr/>
          <p:nvPr/>
        </p:nvSpPr>
        <p:spPr>
          <a:xfrm>
            <a:off x="548640" y="1371600"/>
            <a:ext cx="44805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lang_graph/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app/        graph, config,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frontend/   index.html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knowledge_base.txt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PPT and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legacy/     original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requirements.txt</a:t>
            </a:r>
            <a:endParaRPr lang="en-US" sz="1300" dirty="0"/>
          </a:p>
        </p:txBody>
      </p:sp>
      <p:sp>
        <p:nvSpPr>
          <p:cNvPr id="5" name="API POST /api/ask"/>
          <p:cNvSpPr/>
          <p:nvPr/>
        </p:nvSpPr>
        <p:spPr>
          <a:xfrm>
            <a:off x="5303520" y="137160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POST /api/ask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Takes a question, returns answer and sources</a:t>
            </a:r>
            <a:endParaRPr lang="en-US" sz="1700" dirty="0"/>
          </a:p>
        </p:txBody>
      </p:sp>
      <p:sp>
        <p:nvSpPr>
          <p:cNvPr id="7" name="API GET /api/health"/>
          <p:cNvSpPr/>
          <p:nvPr/>
        </p:nvSpPr>
        <p:spPr>
          <a:xfrm>
            <a:off x="5303520" y="292608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29260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GET /api/health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model, key status, fact count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What we can add next</a:t>
            </a:r>
            <a:endParaRPr lang="en-US" sz="4400" dirty="0"/>
          </a:p>
        </p:txBody>
      </p:sp>
      <p:sp>
        <p:nvSpPr>
          <p:cNvPr id="3" name="Next badge 1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Branching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a conditional edge that asks again when no facts match.</a:t>
            </a:r>
            <a:endParaRPr lang="en-US" sz="1800" dirty="0"/>
          </a:p>
        </p:txBody>
      </p:sp>
      <p:sp>
        <p:nvSpPr>
          <p:cNvPr id="6" name="Next badge 2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own files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Load PDFs or notes into the knowledge base.</a:t>
            </a:r>
            <a:endParaRPr lang="en-US" sz="1800" dirty="0"/>
          </a:p>
        </p:txBody>
      </p:sp>
      <p:sp>
        <p:nvSpPr>
          <p:cNvPr id="9" name="Next badge 3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LangSmith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Trace every run and test answer quality.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Teal">
  <a:themeElements>
    <a:clrScheme name="LangGraph Teal">
      <a:dk1>
        <a:srgbClr val="12263A"/>
      </a:dk1>
      <a:lt1>
        <a:srgbClr val="FFFFFF"/>
      </a:lt1>
      <a:dk2>
        <a:srgbClr val="1F4E5F"/>
      </a:dk2>
      <a:lt2>
        <a:srgbClr val="EAF4F4"/>
      </a:lt2>
      <a:accent1>
        <a:srgbClr val="1B998B"/>
      </a:accent1>
      <a:accent2>
        <a:srgbClr val="F4A300"/>
      </a:accent2>
      <a:accent3>
        <a:srgbClr val="E4572E"/>
      </a:accent3>
      <a:accent4>
        <a:srgbClr val="5C7AEA"/>
      </a:accent4>
      <a:accent5>
        <a:srgbClr val="7A8CA0"/>
      </a:accent5>
      <a:accent6>
        <a:srgbClr val="2E7D6B"/>
      </a:accent6>
      <a:hlink>
        <a:srgbClr val="1B998B"/>
      </a:hlink>
      <a:folHlink>
        <a:srgbClr val="5C7AEA"/>
      </a:folHlink>
    </a:clrScheme>
    <a:fontScheme name="LangGraph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RAG Assistant</dc:title>
  <dc:subject>PptxGenJS Presentation</dc:subject>
  <dc:creator>PptxGenJS</dc:creator>
  <cp:lastModifiedBy>PptxGenJS</cp:lastModifiedBy>
  <cp:revision>1</cp:revision>
  <dcterms:created xsi:type="dcterms:W3CDTF">2026-10-17T19:27:49Z</dcterms:created>
  <dcterms:modified xsi:type="dcterms:W3CDTF">2026-10-17T19:27:49Z</dcterms:modified>
</cp:coreProperties>
</file>